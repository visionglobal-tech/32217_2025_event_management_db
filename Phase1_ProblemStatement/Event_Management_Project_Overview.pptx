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9936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572000" cy="457200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Event Management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CCD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Oracle Database solution for coordinating organizers, venues, vendors, and attendees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1270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2880360"/>
            <a:ext cx="457200" cy="45720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!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80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0120" y="3429000"/>
            <a:ext cx="4617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Event planning today is fragmented across spreadsheets, phone calls, and paper records.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Organizers struggle to track which vendors are booked, which venues are confirmed, and who is attending.</a:t>
            </a:r>
            <a:endParaRPr lang="en-US" sz="13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333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Double-bookings, lost attendee data, and payment mix-ups are common and costly.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80760" y="2606040"/>
            <a:ext cx="54406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1270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2880360"/>
            <a:ext cx="457200" cy="457200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40880" y="2880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 of Use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00800" y="3429000"/>
            <a:ext cx="4892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Built for small and mid-sized event companies that manage weddings, conferences, and corporate functions.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Centralizes every stage: organizer sign-up, venue booking, vendor contracting, and attendee registration.</a:t>
            </a:r>
            <a:endParaRPr lang="en-US" sz="135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333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Runs on Oracle Database with PL/SQL business logic, triggers, and an audit trail for accountability.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94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Faculty of Computing and Information Sciences  ·  University of Lay Adventists of Kigali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Who It's For &amp; What It Achieves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47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TARGET USERS  ·  PROJECT OBJECTIVES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42032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1270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01368"/>
            <a:ext cx="502920" cy="137160"/>
          </a:xfrm>
          <a:prstGeom prst="roundRect">
            <a:avLst>
              <a:gd name="adj" fmla="val 53333"/>
            </a:avLst>
          </a:prstGeom>
          <a:solidFill>
            <a:srgbClr val="1F2A44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20824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Organizers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248" y="2404872"/>
            <a:ext cx="21396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4A50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 events, manage budgets, coordinate vendors and venues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3383280" y="1600200"/>
            <a:ext cx="2542032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1270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84448" y="1801368"/>
            <a:ext cx="502920" cy="137160"/>
          </a:xfrm>
          <a:prstGeom prst="roundRect">
            <a:avLst>
              <a:gd name="adj" fmla="val 53333"/>
            </a:avLst>
          </a:prstGeom>
          <a:solidFill>
            <a:srgbClr val="FF6B5B"/>
          </a:solidFill>
          <a:ln/>
        </p:spPr>
      </p:sp>
      <p:sp>
        <p:nvSpPr>
          <p:cNvPr id="10" name="Text 8"/>
          <p:cNvSpPr/>
          <p:nvPr/>
        </p:nvSpPr>
        <p:spPr>
          <a:xfrm>
            <a:off x="3584448" y="2020824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Venue Owners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584448" y="2404872"/>
            <a:ext cx="21396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4A50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List availability and manage bookings for their spaces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542032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1270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27648" y="1801368"/>
            <a:ext cx="502920" cy="137160"/>
          </a:xfrm>
          <a:prstGeom prst="roundRect">
            <a:avLst>
              <a:gd name="adj" fmla="val 53333"/>
            </a:avLst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6327648" y="2020824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Vendors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327648" y="2404872"/>
            <a:ext cx="21396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4A50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Offer catering, décor, sound, and other services per event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8869680" y="1600200"/>
            <a:ext cx="2542032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1270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70848" y="1801368"/>
            <a:ext cx="502920" cy="137160"/>
          </a:xfrm>
          <a:prstGeom prst="roundRect">
            <a:avLst>
              <a:gd name="adj" fmla="val 53333"/>
            </a:avLst>
          </a:prstGeom>
          <a:solidFill>
            <a:srgbClr val="3B8FA3"/>
          </a:solidFill>
          <a:ln/>
        </p:spPr>
      </p:sp>
      <p:sp>
        <p:nvSpPr>
          <p:cNvPr id="18" name="Text 16"/>
          <p:cNvSpPr/>
          <p:nvPr/>
        </p:nvSpPr>
        <p:spPr>
          <a:xfrm>
            <a:off x="9070848" y="2020824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Attendees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070848" y="2404872"/>
            <a:ext cx="21396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4A50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Register, confirm attendance, and share preferences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640080" y="3520440"/>
            <a:ext cx="10908792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1270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377647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4297680"/>
            <a:ext cx="310896" cy="310896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2976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71600" y="424281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30" dirty="0">
                <a:solidFill>
                  <a:srgbClr val="333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Design a normalized (3NF) relational schema covering organizers, events, venues, attendees, and vendors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914400" y="5212080"/>
            <a:ext cx="310896" cy="310896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2120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15721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30" dirty="0">
                <a:solidFill>
                  <a:srgbClr val="333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 full CRUD operations through SQL and parameterized PL/SQL procedures, functions, and packages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6172200" y="4297680"/>
            <a:ext cx="310896" cy="310896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42976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4281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30" dirty="0">
                <a:solidFill>
                  <a:srgbClr val="333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Enforce business rules with triggers — e.g. blocking data changes on weekdays and public holidays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6172200" y="5212080"/>
            <a:ext cx="310896" cy="310896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52120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29400" y="515721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30" dirty="0">
                <a:solidFill>
                  <a:srgbClr val="333A4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Provide auditing, user-activity tracking, and a security layer, plus an analytics/dashboard add-on</a:t>
            </a:r>
            <a:endParaRPr lang="en-US" sz="12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141B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Expected Benefits &amp; Solution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IT MATTERS  ·  HOW IT'S BUILT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542032" cy="1737360"/>
          </a:xfrm>
          <a:prstGeom prst="roundRect">
            <a:avLst>
              <a:gd name="adj" fmla="val 6316"/>
            </a:avLst>
          </a:prstGeom>
          <a:solidFill>
            <a:srgbClr val="273252"/>
          </a:solidFill>
          <a:ln w="12700">
            <a:solidFill>
              <a:srgbClr val="3A4568"/>
            </a:solidFill>
            <a:prstDash val="solid"/>
          </a:ln>
          <a:effectLst>
            <a:outerShdw blurRad="1270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64792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0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DB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single source of truth for every event, replacing scattered spreadsheets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600200"/>
            <a:ext cx="2542032" cy="1737360"/>
          </a:xfrm>
          <a:prstGeom prst="roundRect">
            <a:avLst>
              <a:gd name="adj" fmla="val 6316"/>
            </a:avLst>
          </a:prstGeom>
          <a:solidFill>
            <a:srgbClr val="273252"/>
          </a:solidFill>
          <a:ln w="12700">
            <a:solidFill>
              <a:srgbClr val="3A4568"/>
            </a:solidFill>
            <a:prstDash val="solid"/>
          </a:ln>
          <a:effectLst>
            <a:outerShdw blurRad="1270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764792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0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Zero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66160" y="2350008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DB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double-bookings — venue and vendor availability enforced by the schema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1600200"/>
            <a:ext cx="2542032" cy="1737360"/>
          </a:xfrm>
          <a:prstGeom prst="roundRect">
            <a:avLst>
              <a:gd name="adj" fmla="val 6316"/>
            </a:avLst>
          </a:prstGeom>
          <a:solidFill>
            <a:srgbClr val="273252"/>
          </a:solidFill>
          <a:ln w="12700">
            <a:solidFill>
              <a:srgbClr val="3A4568"/>
            </a:solidFill>
            <a:prstDash val="solid"/>
          </a:ln>
          <a:effectLst>
            <a:outerShdw blurRad="1270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764792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0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09360" y="2350008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DB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audit trail of every insert, update, and delete for accountability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69680" y="1600200"/>
            <a:ext cx="2542032" cy="1737360"/>
          </a:xfrm>
          <a:prstGeom prst="roundRect">
            <a:avLst>
              <a:gd name="adj" fmla="val 6316"/>
            </a:avLst>
          </a:prstGeom>
          <a:solidFill>
            <a:srgbClr val="273252"/>
          </a:solidFill>
          <a:ln w="12700">
            <a:solidFill>
              <a:srgbClr val="3A4568"/>
            </a:solidFill>
            <a:prstDash val="solid"/>
          </a:ln>
          <a:effectLst>
            <a:outerShdw blurRad="1270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52560" y="1764792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0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Fast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052560" y="2350008"/>
            <a:ext cx="2176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DB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reporting via built-in dashboards and analytics on demand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10908792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  <a:effectLst>
            <a:outerShdw blurRad="127000" dist="38100" dir="5400000" algn="bl" rotWithShape="0">
              <a:srgbClr val="1B1F2A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3849624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Built on Oracle Database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4389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F2A44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49194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Schema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14400" y="5230368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4A50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normalized tables (3NF) incl. 2 junction tables resolving many-to-many links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3520440" y="4389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6B5B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20440" y="49194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Logic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520440" y="5230368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4A50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PL/SQL procedures, functions, packages, cursors, and exception handling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126480" y="4389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4A017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26480" y="49194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Rules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126480" y="5230368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4A50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Compound triggers block writes on weekdays and public holidays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732520" y="43891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B8FA3"/>
          </a:solidFill>
          <a:ln/>
        </p:spPr>
      </p:sp>
      <p:sp>
        <p:nvSpPr>
          <p:cNvPr id="32" name="Text 30"/>
          <p:cNvSpPr/>
          <p:nvPr/>
        </p:nvSpPr>
        <p:spPr>
          <a:xfrm>
            <a:off x="87325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732520" y="49194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Insight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732520" y="5230368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4A506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Power BI / Oracle APEX dashboard as the innovation component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640080" y="64922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4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DPR400210 — Database Programming with Oracle Database  ·  Academic Year 2025–2026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391</Words>
  <Application>Microsoft Office PowerPoint</Application>
  <PresentationFormat>Widescreen</PresentationFormat>
  <Paragraphs>59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Helvetica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2026-07-26T16:57:20Z</dcterms:created>
  <dcterms:modified xsi:type="dcterms:W3CDTF">2026-07-30T07:58:50Z</dcterms:modified>
</cp:coreProperties>
</file>